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MicroStrategy OCP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Restart + Validation + Audit Reporting</a:t>
            </a:r>
          </a:p>
          <a:p>
            <a:r>
              <a:t>SRE Level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restart</a:t>
            </a:r>
          </a:p>
          <a:p>
            <a:r>
              <a:t>Validate pod &amp; container health</a:t>
            </a:r>
          </a:p>
          <a:p>
            <a:r>
              <a:t>Generate audit HTML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vars.yml → restart → validate → audit_results → pods → HTML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namespace, restart_targets</a:t>
            </a:r>
          </a:p>
          <a:p>
            <a:r>
              <a:t>Selectors used to identify pods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 rollout restart deployment/statefulset</a:t>
            </a:r>
          </a:p>
          <a:p>
            <a:r>
              <a:t>Safe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 Running check</a:t>
            </a:r>
          </a:p>
          <a:p>
            <a:r>
              <a:t>Container readiness check</a:t>
            </a:r>
          </a:p>
          <a:p>
            <a:r>
              <a:t>Detect partial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audit_results collected</a:t>
            </a:r>
          </a:p>
          <a:p>
            <a:r>
              <a:t>HTML via Jinja2</a:t>
            </a:r>
          </a:p>
          <a:p>
            <a:r>
              <a:t>Email ready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false positives</a:t>
            </a:r>
          </a:p>
          <a:p>
            <a:r>
              <a:t>Full visibility</a:t>
            </a:r>
          </a:p>
          <a:p>
            <a:r>
              <a:t>Enterprise-grade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